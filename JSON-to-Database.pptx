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04e52f5b8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04e52f5b8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46d8c57e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46d8c57e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04e52f5b8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04e52f5b8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46d8c57e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46d8c57e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46d8c57e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46d8c57e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46d8c57e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46d8c57e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46d8c57e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46d8c57e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46d8c57e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46d8c57e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46d8c57e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46d8c57e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46d8c57e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46d8c57e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45dc4ceb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45dc4ceb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04e52f5b8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04e52f5b8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348550"/>
            <a:ext cx="5311200" cy="18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From JSON to Database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Course: 11756 Storage and Data Recovery Master’s Degree in Intelligent Systems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684225" y="3539100"/>
            <a:ext cx="35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Author: Alejandro Rodriguez Arguimbau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Objective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2700"/>
              <a:t>The objective is to process a JSON file containing hotel reservation data and evaluate different storage and processing strategies.</a:t>
            </a:r>
            <a:endParaRPr b="1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Python script to execute SQL files </a:t>
            </a:r>
            <a:r>
              <a:rPr i="1" lang="es"/>
              <a:t>(run_sql.py)</a:t>
            </a:r>
            <a:endParaRPr i="1"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One-time requirement: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700"/>
              <a:t>pip install mysql-connector-python</a:t>
            </a:r>
            <a:endParaRPr i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050" y="1027900"/>
            <a:ext cx="3655351" cy="399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Create Database and Tables </a:t>
            </a:r>
            <a:r>
              <a:rPr i="1" lang="es"/>
              <a:t>(01_schema.sql)</a:t>
            </a:r>
            <a:endParaRPr i="1"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312546" y="1213175"/>
            <a:ext cx="39864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Run command:</a:t>
            </a:r>
            <a:endParaRPr sz="32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200"/>
              <a:t>python run_sql.py 01_schema.sql</a:t>
            </a:r>
            <a:endParaRPr i="1"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550" y="937912"/>
            <a:ext cx="3408849" cy="401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Load JSON into ALL table </a:t>
            </a:r>
            <a:r>
              <a:rPr i="1" lang="es"/>
              <a:t>(02_load_json.py)</a:t>
            </a:r>
            <a:endParaRPr i="1"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853" y="978500"/>
            <a:ext cx="3632550" cy="3749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312546" y="1213175"/>
            <a:ext cx="39864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Run command:</a:t>
            </a:r>
            <a:endParaRPr sz="32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200"/>
              <a:t>python </a:t>
            </a:r>
            <a:r>
              <a:rPr i="1" lang="es" sz="3200"/>
              <a:t>02_load_json.py</a:t>
            </a:r>
            <a:endParaRPr i="1"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External Population of Normalized Tables</a:t>
            </a:r>
            <a:r>
              <a:rPr lang="es"/>
              <a:t> </a:t>
            </a:r>
            <a:r>
              <a:rPr i="1" lang="es"/>
              <a:t>(</a:t>
            </a:r>
            <a:r>
              <a:rPr i="1" lang="es"/>
              <a:t>03_external_populate.py</a:t>
            </a:r>
            <a:r>
              <a:rPr i="1" lang="es"/>
              <a:t>)</a:t>
            </a:r>
            <a:endParaRPr i="1"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312546" y="1213175"/>
            <a:ext cx="39864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Run command:</a:t>
            </a:r>
            <a:endParaRPr sz="32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200"/>
              <a:t>python </a:t>
            </a:r>
            <a:r>
              <a:rPr i="1" lang="es" sz="3200"/>
              <a:t>03_external_populate.py</a:t>
            </a:r>
            <a:endParaRPr i="1"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525" y="962825"/>
            <a:ext cx="3756200" cy="38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Internal Population Using Stored Procedure</a:t>
            </a:r>
            <a:r>
              <a:rPr lang="es"/>
              <a:t> </a:t>
            </a:r>
            <a:r>
              <a:rPr i="1" lang="es"/>
              <a:t>(04_internal.py)</a:t>
            </a:r>
            <a:endParaRPr i="1"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312546" y="1213175"/>
            <a:ext cx="39864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Run command: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200"/>
              <a:t>python 04_internal.py</a:t>
            </a:r>
            <a:endParaRPr i="1"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650" y="982250"/>
            <a:ext cx="3699725" cy="388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2459271"/>
            <a:ext cx="3699726" cy="2187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MapReduce Room Occupancy Calculation </a:t>
            </a:r>
            <a:r>
              <a:rPr i="1" lang="es"/>
              <a:t>(05_split_json.py)</a:t>
            </a:r>
            <a:endParaRPr i="1"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1312546" y="1213175"/>
            <a:ext cx="39864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Run command: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200"/>
              <a:t>python 05_split_json.py</a:t>
            </a:r>
            <a:endParaRPr i="1"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250" y="1307850"/>
            <a:ext cx="4710850" cy="28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4100" y="3044150"/>
            <a:ext cx="2346150" cy="17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MapReduce Room Occupancy Calculation </a:t>
            </a:r>
            <a:r>
              <a:rPr i="1" lang="es"/>
              <a:t>(06_map_reduce.py)</a:t>
            </a:r>
            <a:endParaRPr i="1"/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1312546" y="1213175"/>
            <a:ext cx="39864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Run command: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200"/>
              <a:t>python 06_map_reduce.py</a:t>
            </a:r>
            <a:endParaRPr i="1"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625" y="1213175"/>
            <a:ext cx="3546774" cy="3729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9750" y="2774025"/>
            <a:ext cx="2086475" cy="225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Avoiding JOINs Using JSON Attributes </a:t>
            </a:r>
            <a:r>
              <a:rPr i="1" lang="es"/>
              <a:t>(07_room_json_external.py)</a:t>
            </a:r>
            <a:endParaRPr i="1"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1312550" y="1378625"/>
            <a:ext cx="3805800" cy="31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Run command: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200"/>
              <a:t>python 07_room_json_external.py</a:t>
            </a:r>
            <a:endParaRPr i="1"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125" y="957450"/>
            <a:ext cx="3141350" cy="401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Avoiding JOINs Using JSON Attributes</a:t>
            </a:r>
            <a:r>
              <a:rPr lang="es"/>
              <a:t> </a:t>
            </a:r>
            <a:r>
              <a:rPr i="1" lang="es"/>
              <a:t>(08_room2_json_internal.sql)</a:t>
            </a:r>
            <a:endParaRPr i="1"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1312550" y="1378625"/>
            <a:ext cx="3805800" cy="31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Run command: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200"/>
              <a:t>python run_sql.py 08_room2_json_internal.sql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350" y="1307850"/>
            <a:ext cx="3640277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DISCUSSION</a:t>
            </a:r>
            <a:endParaRPr i="1"/>
          </a:p>
        </p:txBody>
      </p:sp>
      <p:sp>
        <p:nvSpPr>
          <p:cNvPr id="214" name="Google Shape;214;p24"/>
          <p:cNvSpPr txBox="1"/>
          <p:nvPr/>
        </p:nvSpPr>
        <p:spPr>
          <a:xfrm>
            <a:off x="1297500" y="1307850"/>
            <a:ext cx="7038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External programs provide flexibility and easier JSON handling. 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Internal procedures are faster due to reduced data transfer. 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MapReduce enables scalable processing of large datasets. 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es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JSON attributes avoid JOINs but break normalization.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repository</a:t>
            </a:r>
            <a:endParaRPr/>
          </a:p>
        </p:txBody>
      </p:sp>
      <p:sp>
        <p:nvSpPr>
          <p:cNvPr id="220" name="Google Shape;220;p25"/>
          <p:cNvSpPr txBox="1"/>
          <p:nvPr>
            <p:ph idx="1" type="body"/>
          </p:nvPr>
        </p:nvSpPr>
        <p:spPr>
          <a:xfrm>
            <a:off x="1297500" y="1498200"/>
            <a:ext cx="4992300" cy="28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To see the full project: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https://github.com/alerodriargui/json-to-database</a:t>
            </a:r>
            <a:endParaRPr sz="1600"/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950" y="1498200"/>
            <a:ext cx="1743250" cy="17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